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1" r:id="rId8"/>
    <p:sldId id="264" r:id="rId9"/>
    <p:sldId id="265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15931E-1654-4B73-89B2-8E333D9C42E0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90DDC401-903F-495B-A387-FFA8A45891F6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/>
            <a:t>模型</a:t>
          </a:r>
          <a:r>
            <a:rPr lang="zh-CN" altLang="en-US" sz="2400"/>
            <a:t/>
          </a:r>
          <a:endParaRPr lang="zh-CN" altLang="en-US" sz="2400"/>
        </a:p>
      </dgm:t>
    </dgm:pt>
    <dgm:pt modelId="{C8BB0B8A-C63A-4F83-B8DD-3A7CE259E4EE}" cxnId="{9CF54F6A-2C84-4F87-8640-FDCB62B54C15}" type="parTrans">
      <dgm:prSet/>
      <dgm:spPr/>
      <dgm:t>
        <a:bodyPr/>
        <a:p>
          <a:endParaRPr lang="zh-CN" altLang="en-US"/>
        </a:p>
      </dgm:t>
    </dgm:pt>
    <dgm:pt modelId="{35E5E878-0907-4014-9CFA-56AEFE6C22E5}" cxnId="{9CF54F6A-2C84-4F87-8640-FDCB62B54C15}" type="sibTrans">
      <dgm:prSet/>
      <dgm:spPr/>
      <dgm:t>
        <a:bodyPr/>
        <a:p>
          <a:endParaRPr lang="zh-CN" altLang="en-US"/>
        </a:p>
      </dgm:t>
    </dgm:pt>
    <dgm:pt modelId="{E08CEB0C-E37F-4DCA-A8EA-4B2CD3AD7754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缺少针对小程序场景训练的主模型</a:t>
          </a:r>
          <a:r>
            <a:rPr lang="zh-CN" altLang="en-US"/>
            <a:t/>
          </a:r>
          <a:endParaRPr lang="zh-CN" altLang="en-US"/>
        </a:p>
      </dgm:t>
    </dgm:pt>
    <dgm:pt modelId="{FB4BCC77-44E9-4065-8A2F-90CD32DE34E3}" cxnId="{2631EB63-9195-4B24-B169-9FD73B0E7CC2}" type="parTrans">
      <dgm:prSet/>
      <dgm:spPr/>
      <dgm:t>
        <a:bodyPr/>
        <a:p>
          <a:endParaRPr lang="zh-CN" altLang="en-US"/>
        </a:p>
      </dgm:t>
    </dgm:pt>
    <dgm:pt modelId="{41FED480-3E2E-47A2-B997-02D527BC8082}" cxnId="{2631EB63-9195-4B24-B169-9FD73B0E7CC2}" type="sibTrans">
      <dgm:prSet/>
      <dgm:spPr/>
      <dgm:t>
        <a:bodyPr/>
        <a:p>
          <a:endParaRPr lang="zh-CN" altLang="en-US"/>
        </a:p>
      </dgm:t>
    </dgm:pt>
    <dgm:pt modelId="{C5707B09-B95D-477A-96A5-550EF4C617F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缺少小程序专用的</a:t>
          </a:r>
          <a:r>
            <a:rPr lang="en-US" altLang="zh-CN"/>
            <a:t> GUI </a:t>
          </a:r>
          <a:r>
            <a:rPr lang="zh-CN" altLang="en-US"/>
            <a:t>定位模型</a:t>
          </a:r>
          <a:r>
            <a:rPr lang="zh-CN" altLang="en-US"/>
            <a:t/>
          </a:r>
          <a:endParaRPr lang="zh-CN" altLang="en-US"/>
        </a:p>
      </dgm:t>
    </dgm:pt>
    <dgm:pt modelId="{26C3F139-55AF-4870-8344-6918DBB5704C}" cxnId="{FAC5B179-6F83-4631-BAA4-3CEBE579ECEB}" type="parTrans">
      <dgm:prSet/>
      <dgm:spPr/>
    </dgm:pt>
    <dgm:pt modelId="{7A81804F-C893-4190-8554-B5C3C84DA774}" cxnId="{FAC5B179-6F83-4631-BAA4-3CEBE579ECEB}" type="sibTrans">
      <dgm:prSet/>
      <dgm:spPr/>
    </dgm:pt>
    <dgm:pt modelId="{A6685E83-BEEC-49B3-B40A-539E2C0D7A1A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/>
            <a:t>Agent</a:t>
          </a:r>
          <a:r>
            <a:rPr lang="en-US" altLang="zh-CN" sz="2400"/>
            <a:t/>
          </a:r>
          <a:endParaRPr lang="en-US" altLang="zh-CN" sz="2400"/>
        </a:p>
      </dgm:t>
    </dgm:pt>
    <dgm:pt modelId="{FECC43A3-D59E-4EE1-9557-8FBB90D5B362}" cxnId="{27909EF2-BC12-4F93-988D-D79263E118B3}" type="parTrans">
      <dgm:prSet/>
      <dgm:spPr/>
      <dgm:t>
        <a:bodyPr/>
        <a:p>
          <a:endParaRPr lang="zh-CN" altLang="en-US"/>
        </a:p>
      </dgm:t>
    </dgm:pt>
    <dgm:pt modelId="{68BB6C9A-B7F0-43A0-955B-FC8C4D4009BF}" cxnId="{27909EF2-BC12-4F93-988D-D79263E118B3}" type="sibTrans">
      <dgm:prSet/>
      <dgm:spPr/>
      <dgm:t>
        <a:bodyPr/>
        <a:p>
          <a:endParaRPr lang="zh-CN" altLang="en-US"/>
        </a:p>
      </dgm:t>
    </dgm:pt>
    <dgm:pt modelId="{CBA50553-63FA-4B5A-9888-EDDBA06CA5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/>
            <a:t>Skill </a:t>
          </a:r>
          <a:r>
            <a:rPr lang="zh-CN" altLang="en-US"/>
            <a:t>的发现与匹配</a:t>
          </a:r>
          <a:r>
            <a:rPr lang="en-US" altLang="zh-CN"/>
            <a:t>（</a:t>
          </a:r>
          <a:r>
            <a:rPr lang="en-US" altLang="zh-CN"/>
            <a:t>Agent </a:t>
          </a:r>
          <a:r>
            <a:rPr lang="zh-CN" altLang="en-US"/>
            <a:t>如何选优</a:t>
          </a:r>
          <a:r>
            <a:rPr lang="zh-CN" altLang="en-US"/>
            <a:t>？</a:t>
          </a:r>
          <a:r>
            <a:rPr lang="zh-CN" altLang="en-US"/>
            <a:t>跨小程序</a:t>
          </a:r>
          <a:r>
            <a:rPr lang="en-US" altLang="zh-CN"/>
            <a:t> SKILL </a:t>
          </a:r>
          <a:r>
            <a:rPr lang="zh-CN" altLang="en-US"/>
            <a:t>的相似度</a:t>
          </a:r>
          <a:r>
            <a:rPr lang="en-US" altLang="zh-CN"/>
            <a:t>/</a:t>
          </a:r>
          <a:r>
            <a:rPr lang="zh-CN" altLang="en-US"/>
            <a:t>竞争关系目前没有公开机制</a:t>
          </a:r>
          <a:r>
            <a:rPr lang="en-US" altLang="zh-CN"/>
            <a:t>）</a:t>
          </a:r>
          <a:r>
            <a:rPr lang="zh-CN" altLang="en-US"/>
            <a:t/>
          </a:r>
          <a:endParaRPr lang="zh-CN" altLang="en-US"/>
        </a:p>
      </dgm:t>
    </dgm:pt>
    <dgm:pt modelId="{73E2772F-165D-4B56-ACC2-969CBF53B0A8}" cxnId="{462E116A-3100-4898-AC91-9EB714D12AD9}" type="parTrans">
      <dgm:prSet/>
      <dgm:spPr/>
      <dgm:t>
        <a:bodyPr/>
        <a:p>
          <a:endParaRPr lang="zh-CN" altLang="en-US"/>
        </a:p>
      </dgm:t>
    </dgm:pt>
    <dgm:pt modelId="{7BFD1607-7356-4D3D-A829-75D002A3A4B0}" cxnId="{462E116A-3100-4898-AC91-9EB714D12AD9}" type="sibTrans">
      <dgm:prSet/>
      <dgm:spPr/>
      <dgm:t>
        <a:bodyPr/>
        <a:p>
          <a:endParaRPr lang="zh-CN" altLang="en-US"/>
        </a:p>
      </dgm:t>
    </dgm:pt>
    <dgm:pt modelId="{1FB241DA-D736-42D5-AB1A-D08AED4FE47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结果</a:t>
          </a:r>
          <a:r>
            <a:rPr lang="zh-CN" altLang="en-US"/>
            <a:t>校验</a:t>
          </a:r>
          <a:r>
            <a:rPr lang="zh-CN" altLang="en-US"/>
            <a:t>机制，</a:t>
          </a:r>
          <a:r>
            <a:rPr lang="zh-CN" altLang="en-US"/>
            <a:t>风控</a:t>
          </a:r>
          <a:r>
            <a:rPr lang="zh-CN" altLang="en-US"/>
            <a:t>能力</a:t>
          </a:r>
          <a:r>
            <a:rPr lang="zh-CN" altLang="en-US"/>
            <a:t/>
          </a:r>
          <a:endParaRPr lang="zh-CN" altLang="en-US"/>
        </a:p>
      </dgm:t>
    </dgm:pt>
    <dgm:pt modelId="{BE456B95-E5E0-4C56-B571-8662942C9B89}" cxnId="{0A6BE909-2771-4C21-9F9D-8CDAF96E4E43}" type="parTrans">
      <dgm:prSet/>
      <dgm:spPr/>
    </dgm:pt>
    <dgm:pt modelId="{EB492CCF-4A17-409C-85F1-4DA4459DCB75}" cxnId="{0A6BE909-2771-4C21-9F9D-8CDAF96E4E43}" type="sibTrans">
      <dgm:prSet/>
      <dgm:spPr/>
    </dgm:pt>
    <dgm:pt modelId="{C8DDDFA1-AF37-4444-AAEB-D51CEE212719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/>
            <a:t>小程序</a:t>
          </a:r>
          <a:r>
            <a:rPr lang="zh-CN" altLang="en-US" sz="2400"/>
            <a:t>框架</a:t>
          </a:r>
          <a:r>
            <a:rPr lang="zh-CN" altLang="en-US" sz="2400"/>
            <a:t/>
          </a:r>
          <a:endParaRPr lang="zh-CN" altLang="en-US" sz="2400"/>
        </a:p>
      </dgm:t>
    </dgm:pt>
    <dgm:pt modelId="{26EA520A-5891-4EBA-B2AD-1840663D8C07}" cxnId="{D69E3784-CB07-4C79-A7E5-CCB60AC437E5}" type="parTrans">
      <dgm:prSet/>
      <dgm:spPr/>
      <dgm:t>
        <a:bodyPr/>
        <a:p>
          <a:endParaRPr lang="zh-CN" altLang="en-US"/>
        </a:p>
      </dgm:t>
    </dgm:pt>
    <dgm:pt modelId="{CE2287C8-6424-4771-88FD-4DADE15C5A04}" cxnId="{D69E3784-CB07-4C79-A7E5-CCB60AC437E5}" type="sibTrans">
      <dgm:prSet/>
      <dgm:spPr/>
      <dgm:t>
        <a:bodyPr/>
        <a:p>
          <a:endParaRPr lang="zh-CN" altLang="en-US"/>
        </a:p>
      </dgm:t>
    </dgm:pt>
    <dgm:pt modelId="{5AA02751-379E-46DB-884A-F23ACBC498E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脱离</a:t>
          </a:r>
          <a:r>
            <a:rPr lang="en-US" altLang="zh-CN"/>
            <a:t>Web</a:t>
          </a:r>
          <a:r>
            <a:rPr lang="en-US" altLang="zh-CN"/>
            <a:t>V</a:t>
          </a:r>
          <a:r>
            <a:rPr lang="en-US" altLang="zh-CN"/>
            <a:t>iew</a:t>
          </a:r>
          <a:r>
            <a:rPr lang="zh-CN" altLang="en-US"/>
            <a:t>安全执行小程序提供的代码</a:t>
          </a:r>
          <a:r>
            <a:rPr lang="zh-CN" altLang="en-US"/>
            <a:t>、</a:t>
          </a:r>
          <a:r>
            <a:rPr lang="zh-CN" altLang="en-US"/>
            <a:t>渲染小程序提供的</a:t>
          </a:r>
          <a:r>
            <a:rPr lang="en-US" altLang="zh-CN"/>
            <a:t> UI</a:t>
          </a:r>
          <a:r>
            <a:rPr lang="zh-CN" altLang="en-US"/>
            <a:t>的能力</a:t>
          </a:r>
          <a:r>
            <a:rPr lang="zh-CN" altLang="en-US"/>
            <a:t/>
          </a:r>
          <a:endParaRPr lang="zh-CN" altLang="en-US"/>
        </a:p>
      </dgm:t>
    </dgm:pt>
    <dgm:pt modelId="{D0D77647-95BE-4607-B2F0-006D9CAB8F0E}" cxnId="{EC93A949-906A-4788-A995-BA486E4B8CE7}" type="parTrans">
      <dgm:prSet/>
      <dgm:spPr/>
      <dgm:t>
        <a:bodyPr/>
        <a:p>
          <a:endParaRPr lang="zh-CN" altLang="en-US"/>
        </a:p>
      </dgm:t>
    </dgm:pt>
    <dgm:pt modelId="{3DBF6B9F-A188-4D67-ABE8-0633561FA9E5}" cxnId="{EC93A949-906A-4788-A995-BA486E4B8CE7}" type="sibTrans">
      <dgm:prSet/>
      <dgm:spPr/>
      <dgm:t>
        <a:bodyPr/>
        <a:p>
          <a:endParaRPr lang="zh-CN" altLang="en-US"/>
        </a:p>
      </dgm:t>
    </dgm:pt>
    <dgm:pt modelId="{ABD3240F-2E12-42E8-B811-644D88D6BD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>无头</a:t>
          </a:r>
          <a:r>
            <a:rPr lang="en-US" altLang="zh-CN"/>
            <a:t>（</a:t>
          </a:r>
          <a:r>
            <a:rPr lang="zh-CN" altLang="en-US"/>
            <a:t>可隐藏</a:t>
          </a:r>
          <a:r>
            <a:rPr lang="en-US" altLang="zh-CN"/>
            <a:t>）</a:t>
          </a:r>
          <a:r>
            <a:rPr lang="zh-CN" altLang="en-US"/>
            <a:t>独立</a:t>
          </a:r>
          <a:r>
            <a:rPr lang="en-US" altLang="zh-CN"/>
            <a:t>WebView</a:t>
          </a:r>
          <a:r>
            <a:rPr lang="zh-CN" altLang="en-US"/>
            <a:t>能力</a:t>
          </a:r>
          <a:r>
            <a:rPr lang="en-US" altLang="zh-CN"/>
            <a:t>，</a:t>
          </a:r>
          <a:r>
            <a:rPr lang="zh-CN" altLang="en-US"/>
            <a:t>支持</a:t>
          </a:r>
          <a:r>
            <a:rPr lang="en-US" altLang="zh-CN"/>
            <a:t>GUI </a:t>
          </a:r>
          <a:r>
            <a:rPr lang="en-US" altLang="zh-CN"/>
            <a:t>Agent</a:t>
          </a:r>
          <a:r>
            <a:rPr lang="zh-CN" altLang="en-US"/>
            <a:t>后台</a:t>
          </a:r>
          <a:r>
            <a:rPr lang="zh-CN" altLang="en-US"/>
            <a:t>操作</a:t>
          </a:r>
          <a:r>
            <a:rPr lang="zh-CN" altLang="en-US"/>
            <a:t/>
          </a:r>
          <a:endParaRPr lang="zh-CN" altLang="en-US"/>
        </a:p>
      </dgm:t>
    </dgm:pt>
    <dgm:pt modelId="{F3E88342-0B18-436F-967F-F0E8CF92E5D3}" cxnId="{091DC1B5-B7B3-4D68-B50F-3C1F1FB4B831}" type="parTrans">
      <dgm:prSet/>
      <dgm:spPr/>
    </dgm:pt>
    <dgm:pt modelId="{BB00E79E-7EAE-4A01-A25C-C4D90512753B}" cxnId="{091DC1B5-B7B3-4D68-B50F-3C1F1FB4B831}" type="sibTrans">
      <dgm:prSet/>
      <dgm:spPr/>
    </dgm:pt>
    <dgm:pt modelId="{D5935282-3C7C-4F88-A1AE-C27DB8591514}" type="pres">
      <dgm:prSet presAssocID="{2E15931E-1654-4B73-89B2-8E333D9C42E0}" presName="Name0" presStyleCnt="0">
        <dgm:presLayoutVars>
          <dgm:dir/>
          <dgm:animLvl val="lvl"/>
          <dgm:resizeHandles val="exact"/>
        </dgm:presLayoutVars>
      </dgm:prSet>
      <dgm:spPr/>
    </dgm:pt>
    <dgm:pt modelId="{E61486FD-113E-4C87-8ADF-B1A8E2A84801}" type="pres">
      <dgm:prSet presAssocID="{90DDC401-903F-495B-A387-FFA8A45891F6}" presName="linNode" presStyleCnt="0"/>
      <dgm:spPr/>
    </dgm:pt>
    <dgm:pt modelId="{96BE2B31-D87C-43E1-BE64-4C27B13F4AA4}" type="pres">
      <dgm:prSet presAssocID="{90DDC401-903F-495B-A387-FFA8A45891F6}" presName="parentText" presStyleLbl="node1" presStyleIdx="0" presStyleCnt="3" custScaleX="62088">
        <dgm:presLayoutVars>
          <dgm:chMax val="1"/>
          <dgm:bulletEnabled val="1"/>
        </dgm:presLayoutVars>
      </dgm:prSet>
      <dgm:spPr/>
    </dgm:pt>
    <dgm:pt modelId="{DD9406C3-FC80-4468-A55B-122D744D43F0}" type="pres">
      <dgm:prSet presAssocID="{90DDC401-903F-495B-A387-FFA8A45891F6}" presName="descendantText" presStyleLbl="alignAccFollowNode1" presStyleIdx="0" presStyleCnt="3" custScaleX="156256">
        <dgm:presLayoutVars>
          <dgm:bulletEnabled val="1"/>
        </dgm:presLayoutVars>
      </dgm:prSet>
      <dgm:spPr/>
    </dgm:pt>
    <dgm:pt modelId="{F1941F29-E51C-4282-956D-50CFAFAEB9B8}" type="pres">
      <dgm:prSet presAssocID="{35E5E878-0907-4014-9CFA-56AEFE6C22E5}" presName="sp" presStyleCnt="0"/>
      <dgm:spPr/>
    </dgm:pt>
    <dgm:pt modelId="{B589D1EC-5156-4FB2-BB1C-8E1290A868B9}" type="pres">
      <dgm:prSet presAssocID="{A6685E83-BEEC-49B3-B40A-539E2C0D7A1A}" presName="linNode" presStyleCnt="0"/>
      <dgm:spPr/>
    </dgm:pt>
    <dgm:pt modelId="{EBD335B5-8308-49CB-9630-99D852747B1F}" type="pres">
      <dgm:prSet presAssocID="{A6685E83-BEEC-49B3-B40A-539E2C0D7A1A}" presName="parentText" presStyleLbl="node1" presStyleIdx="1" presStyleCnt="3" custScaleX="51127">
        <dgm:presLayoutVars>
          <dgm:chMax val="1"/>
          <dgm:bulletEnabled val="1"/>
        </dgm:presLayoutVars>
      </dgm:prSet>
      <dgm:spPr/>
    </dgm:pt>
    <dgm:pt modelId="{6EB2A58E-CA03-4F76-94B6-D8FE50231963}" type="pres">
      <dgm:prSet presAssocID="{A6685E83-BEEC-49B3-B40A-539E2C0D7A1A}" presName="descendantText" presStyleLbl="alignAccFollowNode1" presStyleIdx="1" presStyleCnt="3" custScaleX="127060" custScaleY="98067" custLinFactNeighborX="850">
        <dgm:presLayoutVars>
          <dgm:bulletEnabled val="1"/>
        </dgm:presLayoutVars>
      </dgm:prSet>
      <dgm:spPr/>
    </dgm:pt>
    <dgm:pt modelId="{A76EE5BB-CBA4-4DD9-BFB7-3F3F246C9BF0}" type="pres">
      <dgm:prSet presAssocID="{68BB6C9A-B7F0-43A0-955B-FC8C4D4009BF}" presName="sp" presStyleCnt="0"/>
      <dgm:spPr/>
    </dgm:pt>
    <dgm:pt modelId="{2BB2A428-FB05-47E5-AC5F-C6A7936A9AC0}" type="pres">
      <dgm:prSet presAssocID="{C8DDDFA1-AF37-4444-AAEB-D51CEE212719}" presName="linNode" presStyleCnt="0"/>
      <dgm:spPr/>
    </dgm:pt>
    <dgm:pt modelId="{B093CE78-670B-40EB-95CF-315E334D550F}" type="pres">
      <dgm:prSet presAssocID="{C8DDDFA1-AF37-4444-AAEB-D51CEE212719}" presName="parentText" presStyleLbl="node1" presStyleIdx="2" presStyleCnt="3" custScaleX="61324">
        <dgm:presLayoutVars>
          <dgm:chMax val="1"/>
          <dgm:bulletEnabled val="1"/>
        </dgm:presLayoutVars>
      </dgm:prSet>
      <dgm:spPr/>
    </dgm:pt>
    <dgm:pt modelId="{64028F0D-BE57-4642-92F7-303D4E45C524}" type="pres">
      <dgm:prSet presAssocID="{C8DDDFA1-AF37-4444-AAEB-D51CEE212719}" presName="descendantText" presStyleLbl="alignAccFollowNode1" presStyleIdx="2" presStyleCnt="3" custScaleX="156256" custScaleY="110274" custLinFactNeighborY="453">
        <dgm:presLayoutVars>
          <dgm:bulletEnabled val="1"/>
        </dgm:presLayoutVars>
      </dgm:prSet>
      <dgm:spPr/>
    </dgm:pt>
  </dgm:ptLst>
  <dgm:cxnLst>
    <dgm:cxn modelId="{9CF54F6A-2C84-4F87-8640-FDCB62B54C15}" srcId="{2E15931E-1654-4B73-89B2-8E333D9C42E0}" destId="{90DDC401-903F-495B-A387-FFA8A45891F6}" srcOrd="0" destOrd="0" parTransId="{C8BB0B8A-C63A-4F83-B8DD-3A7CE259E4EE}" sibTransId="{35E5E878-0907-4014-9CFA-56AEFE6C22E5}"/>
    <dgm:cxn modelId="{2631EB63-9195-4B24-B169-9FD73B0E7CC2}" srcId="{90DDC401-903F-495B-A387-FFA8A45891F6}" destId="{E08CEB0C-E37F-4DCA-A8EA-4B2CD3AD7754}" srcOrd="0" destOrd="0" parTransId="{FB4BCC77-44E9-4065-8A2F-90CD32DE34E3}" sibTransId="{41FED480-3E2E-47A2-B997-02D527BC8082}"/>
    <dgm:cxn modelId="{FAC5B179-6F83-4631-BAA4-3CEBE579ECEB}" srcId="{90DDC401-903F-495B-A387-FFA8A45891F6}" destId="{C5707B09-B95D-477A-96A5-550EF4C617F9}" srcOrd="1" destOrd="0" parTransId="{26C3F139-55AF-4870-8344-6918DBB5704C}" sibTransId="{7A81804F-C893-4190-8554-B5C3C84DA774}"/>
    <dgm:cxn modelId="{27909EF2-BC12-4F93-988D-D79263E118B3}" srcId="{2E15931E-1654-4B73-89B2-8E333D9C42E0}" destId="{A6685E83-BEEC-49B3-B40A-539E2C0D7A1A}" srcOrd="1" destOrd="0" parTransId="{FECC43A3-D59E-4EE1-9557-8FBB90D5B362}" sibTransId="{68BB6C9A-B7F0-43A0-955B-FC8C4D4009BF}"/>
    <dgm:cxn modelId="{462E116A-3100-4898-AC91-9EB714D12AD9}" srcId="{A6685E83-BEEC-49B3-B40A-539E2C0D7A1A}" destId="{CBA50553-63FA-4B5A-9888-EDDBA06CA593}" srcOrd="0" destOrd="1" parTransId="{73E2772F-165D-4B56-ACC2-969CBF53B0A8}" sibTransId="{7BFD1607-7356-4D3D-A829-75D002A3A4B0}"/>
    <dgm:cxn modelId="{0A6BE909-2771-4C21-9F9D-8CDAF96E4E43}" srcId="{A6685E83-BEEC-49B3-B40A-539E2C0D7A1A}" destId="{1FB241DA-D736-42D5-AB1A-D08AED4FE477}" srcOrd="1" destOrd="1" parTransId="{BE456B95-E5E0-4C56-B571-8662942C9B89}" sibTransId="{EB492CCF-4A17-409C-85F1-4DA4459DCB75}"/>
    <dgm:cxn modelId="{D69E3784-CB07-4C79-A7E5-CCB60AC437E5}" srcId="{2E15931E-1654-4B73-89B2-8E333D9C42E0}" destId="{C8DDDFA1-AF37-4444-AAEB-D51CEE212719}" srcOrd="2" destOrd="0" parTransId="{26EA520A-5891-4EBA-B2AD-1840663D8C07}" sibTransId="{CE2287C8-6424-4771-88FD-4DADE15C5A04}"/>
    <dgm:cxn modelId="{EC93A949-906A-4788-A995-BA486E4B8CE7}" srcId="{C8DDDFA1-AF37-4444-AAEB-D51CEE212719}" destId="{5AA02751-379E-46DB-884A-F23ACBC498EE}" srcOrd="0" destOrd="2" parTransId="{D0D77647-95BE-4607-B2F0-006D9CAB8F0E}" sibTransId="{3DBF6B9F-A188-4D67-ABE8-0633561FA9E5}"/>
    <dgm:cxn modelId="{091DC1B5-B7B3-4D68-B50F-3C1F1FB4B831}" srcId="{C8DDDFA1-AF37-4444-AAEB-D51CEE212719}" destId="{ABD3240F-2E12-42E8-B811-644D88D6BD4C}" srcOrd="1" destOrd="2" parTransId="{F3E88342-0B18-436F-967F-F0E8CF92E5D3}" sibTransId="{BB00E79E-7EAE-4A01-A25C-C4D90512753B}"/>
    <dgm:cxn modelId="{C92C035A-E78B-400E-8E47-257112D57102}" type="presOf" srcId="{2E15931E-1654-4B73-89B2-8E333D9C42E0}" destId="{D5935282-3C7C-4F88-A1AE-C27DB8591514}" srcOrd="0" destOrd="0" presId="urn:microsoft.com/office/officeart/2005/8/layout/vList5"/>
    <dgm:cxn modelId="{D244CA56-1E71-4E8F-AE0B-AF2F5B71B1CC}" type="presParOf" srcId="{D5935282-3C7C-4F88-A1AE-C27DB8591514}" destId="{E61486FD-113E-4C87-8ADF-B1A8E2A84801}" srcOrd="0" destOrd="0" presId="urn:microsoft.com/office/officeart/2005/8/layout/vList5"/>
    <dgm:cxn modelId="{837B31E6-1744-4DA2-BE2F-0242300D3895}" type="presParOf" srcId="{E61486FD-113E-4C87-8ADF-B1A8E2A84801}" destId="{96BE2B31-D87C-43E1-BE64-4C27B13F4AA4}" srcOrd="0" destOrd="0" presId="urn:microsoft.com/office/officeart/2005/8/layout/vList5"/>
    <dgm:cxn modelId="{016AB509-7084-42CF-93B7-010128905A06}" type="presOf" srcId="{90DDC401-903F-495B-A387-FFA8A45891F6}" destId="{96BE2B31-D87C-43E1-BE64-4C27B13F4AA4}" srcOrd="0" destOrd="0" presId="urn:microsoft.com/office/officeart/2005/8/layout/vList5"/>
    <dgm:cxn modelId="{6695675A-82CC-4868-B9CA-CB8524D24A93}" type="presParOf" srcId="{E61486FD-113E-4C87-8ADF-B1A8E2A84801}" destId="{DD9406C3-FC80-4468-A55B-122D744D43F0}" srcOrd="1" destOrd="0" presId="urn:microsoft.com/office/officeart/2005/8/layout/vList5"/>
    <dgm:cxn modelId="{8F09FFEE-50B1-49F9-A01D-8FC4A3B689F7}" type="presOf" srcId="{E08CEB0C-E37F-4DCA-A8EA-4B2CD3AD7754}" destId="{DD9406C3-FC80-4468-A55B-122D744D43F0}" srcOrd="0" destOrd="0" presId="urn:microsoft.com/office/officeart/2005/8/layout/vList5"/>
    <dgm:cxn modelId="{73E1AF2A-B306-4EF1-A33D-DCBC04585D23}" type="presOf" srcId="{C5707B09-B95D-477A-96A5-550EF4C617F9}" destId="{DD9406C3-FC80-4468-A55B-122D744D43F0}" srcOrd="0" destOrd="1" presId="urn:microsoft.com/office/officeart/2005/8/layout/vList5"/>
    <dgm:cxn modelId="{10ADD43D-F685-44F9-B195-8A5EC0A2D5D2}" type="presParOf" srcId="{D5935282-3C7C-4F88-A1AE-C27DB8591514}" destId="{F1941F29-E51C-4282-956D-50CFAFAEB9B8}" srcOrd="1" destOrd="0" presId="urn:microsoft.com/office/officeart/2005/8/layout/vList5"/>
    <dgm:cxn modelId="{5FA07012-772D-49B7-B2EA-24C71174DA1C}" type="presParOf" srcId="{D5935282-3C7C-4F88-A1AE-C27DB8591514}" destId="{B589D1EC-5156-4FB2-BB1C-8E1290A868B9}" srcOrd="2" destOrd="0" presId="urn:microsoft.com/office/officeart/2005/8/layout/vList5"/>
    <dgm:cxn modelId="{E22820DC-84C3-4B78-B7AF-F3B52F405E8B}" type="presParOf" srcId="{B589D1EC-5156-4FB2-BB1C-8E1290A868B9}" destId="{EBD335B5-8308-49CB-9630-99D852747B1F}" srcOrd="0" destOrd="2" presId="urn:microsoft.com/office/officeart/2005/8/layout/vList5"/>
    <dgm:cxn modelId="{E2274715-2A31-4804-93BD-9CBFF131E07F}" type="presOf" srcId="{A6685E83-BEEC-49B3-B40A-539E2C0D7A1A}" destId="{EBD335B5-8308-49CB-9630-99D852747B1F}" srcOrd="0" destOrd="0" presId="urn:microsoft.com/office/officeart/2005/8/layout/vList5"/>
    <dgm:cxn modelId="{154D0873-01B5-40D2-B171-52A93F0B3117}" type="presParOf" srcId="{B589D1EC-5156-4FB2-BB1C-8E1290A868B9}" destId="{6EB2A58E-CA03-4F76-94B6-D8FE50231963}" srcOrd="1" destOrd="2" presId="urn:microsoft.com/office/officeart/2005/8/layout/vList5"/>
    <dgm:cxn modelId="{43954F57-7CC2-4A95-A8C3-9AE0321D761F}" type="presOf" srcId="{CBA50553-63FA-4B5A-9888-EDDBA06CA593}" destId="{6EB2A58E-CA03-4F76-94B6-D8FE50231963}" srcOrd="0" destOrd="0" presId="urn:microsoft.com/office/officeart/2005/8/layout/vList5"/>
    <dgm:cxn modelId="{3653937D-5ABF-4BCB-893E-6E86CF8CE43D}" type="presOf" srcId="{1FB241DA-D736-42D5-AB1A-D08AED4FE477}" destId="{6EB2A58E-CA03-4F76-94B6-D8FE50231963}" srcOrd="0" destOrd="1" presId="urn:microsoft.com/office/officeart/2005/8/layout/vList5"/>
    <dgm:cxn modelId="{9930CCE7-8989-4EA9-BDC6-F54FC83FBE4E}" type="presParOf" srcId="{D5935282-3C7C-4F88-A1AE-C27DB8591514}" destId="{A76EE5BB-CBA4-4DD9-BFB7-3F3F246C9BF0}" srcOrd="3" destOrd="0" presId="urn:microsoft.com/office/officeart/2005/8/layout/vList5"/>
    <dgm:cxn modelId="{19396576-B13D-4BFD-982C-5AC8BC044F47}" type="presParOf" srcId="{D5935282-3C7C-4F88-A1AE-C27DB8591514}" destId="{2BB2A428-FB05-47E5-AC5F-C6A7936A9AC0}" srcOrd="4" destOrd="0" presId="urn:microsoft.com/office/officeart/2005/8/layout/vList5"/>
    <dgm:cxn modelId="{5795AC32-DD68-4A1F-8BE1-6EC567A765EF}" type="presParOf" srcId="{2BB2A428-FB05-47E5-AC5F-C6A7936A9AC0}" destId="{B093CE78-670B-40EB-95CF-315E334D550F}" srcOrd="0" destOrd="4" presId="urn:microsoft.com/office/officeart/2005/8/layout/vList5"/>
    <dgm:cxn modelId="{880DB83F-99B5-4DE3-AC40-4B9F08175ED6}" type="presOf" srcId="{C8DDDFA1-AF37-4444-AAEB-D51CEE212719}" destId="{B093CE78-670B-40EB-95CF-315E334D550F}" srcOrd="0" destOrd="0" presId="urn:microsoft.com/office/officeart/2005/8/layout/vList5"/>
    <dgm:cxn modelId="{DDB0B219-0578-4021-9A91-DB72DD2B4D49}" type="presParOf" srcId="{2BB2A428-FB05-47E5-AC5F-C6A7936A9AC0}" destId="{64028F0D-BE57-4642-92F7-303D4E45C524}" srcOrd="1" destOrd="4" presId="urn:microsoft.com/office/officeart/2005/8/layout/vList5"/>
    <dgm:cxn modelId="{816F6ABB-D88A-497C-9EC9-50443C0A339C}" type="presOf" srcId="{5AA02751-379E-46DB-884A-F23ACBC498EE}" destId="{64028F0D-BE57-4642-92F7-303D4E45C524}" srcOrd="0" destOrd="0" presId="urn:microsoft.com/office/officeart/2005/8/layout/vList5"/>
    <dgm:cxn modelId="{30C2B3D5-586D-4E75-B098-4271F59D1A99}" type="presOf" srcId="{ABD3240F-2E12-42E8-B811-644D88D6BD4C}" destId="{64028F0D-BE57-4642-92F7-303D4E45C524}" srcOrd="0" destOrd="1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800000" cy="4320000"/>
        <a:chOff x="0" y="0"/>
        <a:chExt cx="10800000" cy="4320000"/>
      </a:xfrm>
    </dsp:grpSpPr>
    <dsp:sp modelId="{DD9406C3-FC80-4468-A55B-122D744D43F0}">
      <dsp:nvSpPr>
        <dsp:cNvPr id="4" name="同侧圆角矩形 3"/>
        <dsp:cNvSpPr/>
      </dsp:nvSpPr>
      <dsp:spPr bwMode="white">
        <a:xfrm rot="5400000">
          <a:off x="5829043" y="-3716764"/>
          <a:ext cx="1114839" cy="882707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68580" tIns="34290" rIns="68580" bIns="34290" anchor="ctr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缺少针对小程序场景训练的主模型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缺少小程序专用的</a:t>
          </a:r>
          <a:r>
            <a:rPr lang="en-US" altLang="zh-CN">
              <a:solidFill>
                <a:schemeClr val="dk1"/>
              </a:solidFill>
            </a:rPr>
            <a:t> GUI </a:t>
          </a:r>
          <a:r>
            <a:rPr lang="zh-CN" altLang="en-US">
              <a:solidFill>
                <a:schemeClr val="dk1"/>
              </a:solidFill>
            </a:rPr>
            <a:t>定位模型</a:t>
          </a:r>
          <a:endParaRPr lang="zh-CN" altLang="en-US">
            <a:solidFill>
              <a:schemeClr val="dk1"/>
            </a:solidFill>
          </a:endParaRPr>
        </a:p>
      </dsp:txBody>
      <dsp:txXfrm rot="5400000">
        <a:off x="5829043" y="-3716764"/>
        <a:ext cx="1114839" cy="8827076"/>
      </dsp:txXfrm>
    </dsp:sp>
    <dsp:sp modelId="{96BE2B31-D87C-43E1-BE64-4C27B13F4AA4}">
      <dsp:nvSpPr>
        <dsp:cNvPr id="3" name="圆角矩形 2"/>
        <dsp:cNvSpPr/>
      </dsp:nvSpPr>
      <dsp:spPr bwMode="white">
        <a:xfrm>
          <a:off x="0" y="0"/>
          <a:ext cx="1972924" cy="13935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/>
            <a:t>模型</a:t>
          </a:r>
          <a:endParaRPr lang="zh-CN" altLang="en-US" sz="2400"/>
        </a:p>
      </dsp:txBody>
      <dsp:txXfrm>
        <a:off x="0" y="0"/>
        <a:ext cx="1972924" cy="1393548"/>
      </dsp:txXfrm>
    </dsp:sp>
    <dsp:sp modelId="{6EB2A58E-CA03-4F76-94B6-D8FE50231963}">
      <dsp:nvSpPr>
        <dsp:cNvPr id="6" name="同侧圆角矩形 5"/>
        <dsp:cNvSpPr/>
      </dsp:nvSpPr>
      <dsp:spPr bwMode="white">
        <a:xfrm rot="5400000">
          <a:off x="5862162" y="-2231194"/>
          <a:ext cx="1093289" cy="8782387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68580" tIns="34290" rIns="68580" bIns="34290" anchor="ctr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>
              <a:solidFill>
                <a:schemeClr val="dk1"/>
              </a:solidFill>
            </a:rPr>
            <a:t>Skill </a:t>
          </a:r>
          <a:r>
            <a:rPr lang="zh-CN" altLang="en-US">
              <a:solidFill>
                <a:schemeClr val="dk1"/>
              </a:solidFill>
            </a:rPr>
            <a:t>的发现与匹配</a:t>
          </a:r>
          <a:r>
            <a:rPr lang="en-US" altLang="zh-CN">
              <a:solidFill>
                <a:schemeClr val="dk1"/>
              </a:solidFill>
            </a:rPr>
            <a:t>（</a:t>
          </a:r>
          <a:r>
            <a:rPr lang="en-US" altLang="zh-CN">
              <a:solidFill>
                <a:schemeClr val="dk1"/>
              </a:solidFill>
            </a:rPr>
            <a:t>Agent </a:t>
          </a:r>
          <a:r>
            <a:rPr lang="zh-CN" altLang="en-US">
              <a:solidFill>
                <a:schemeClr val="dk1"/>
              </a:solidFill>
            </a:rPr>
            <a:t>如何选优</a:t>
          </a:r>
          <a:r>
            <a:rPr lang="zh-CN" altLang="en-US">
              <a:solidFill>
                <a:schemeClr val="dk1"/>
              </a:solidFill>
            </a:rPr>
            <a:t>？</a:t>
          </a:r>
          <a:r>
            <a:rPr lang="zh-CN" altLang="en-US">
              <a:solidFill>
                <a:schemeClr val="dk1"/>
              </a:solidFill>
            </a:rPr>
            <a:t>跨小程序</a:t>
          </a:r>
          <a:r>
            <a:rPr lang="en-US" altLang="zh-CN">
              <a:solidFill>
                <a:schemeClr val="dk1"/>
              </a:solidFill>
            </a:rPr>
            <a:t> SKILL </a:t>
          </a:r>
          <a:r>
            <a:rPr lang="zh-CN" altLang="en-US">
              <a:solidFill>
                <a:schemeClr val="dk1"/>
              </a:solidFill>
            </a:rPr>
            <a:t>的相似度</a:t>
          </a:r>
          <a:r>
            <a:rPr lang="en-US" altLang="zh-CN">
              <a:solidFill>
                <a:schemeClr val="dk1"/>
              </a:solidFill>
            </a:rPr>
            <a:t>/</a:t>
          </a:r>
          <a:r>
            <a:rPr lang="zh-CN" altLang="en-US">
              <a:solidFill>
                <a:schemeClr val="dk1"/>
              </a:solidFill>
            </a:rPr>
            <a:t>竞争关系目前没有公开机制</a:t>
          </a:r>
          <a:r>
            <a:rPr lang="en-US" altLang="zh-CN">
              <a:solidFill>
                <a:schemeClr val="dk1"/>
              </a:solidFill>
            </a:rPr>
            <a:t>）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结果</a:t>
          </a:r>
          <a:r>
            <a:rPr lang="zh-CN" altLang="en-US">
              <a:solidFill>
                <a:schemeClr val="dk1"/>
              </a:solidFill>
            </a:rPr>
            <a:t>校验</a:t>
          </a:r>
          <a:r>
            <a:rPr lang="zh-CN" altLang="en-US">
              <a:solidFill>
                <a:schemeClr val="dk1"/>
              </a:solidFill>
            </a:rPr>
            <a:t>机制，</a:t>
          </a:r>
          <a:r>
            <a:rPr lang="zh-CN" altLang="en-US">
              <a:solidFill>
                <a:schemeClr val="dk1"/>
              </a:solidFill>
            </a:rPr>
            <a:t>风控</a:t>
          </a:r>
          <a:r>
            <a:rPr lang="zh-CN" altLang="en-US">
              <a:solidFill>
                <a:schemeClr val="dk1"/>
              </a:solidFill>
            </a:rPr>
            <a:t>能力</a:t>
          </a:r>
          <a:endParaRPr lang="zh-CN" altLang="en-US">
            <a:solidFill>
              <a:schemeClr val="dk1"/>
            </a:solidFill>
          </a:endParaRPr>
        </a:p>
      </dsp:txBody>
      <dsp:txXfrm rot="5400000">
        <a:off x="5862162" y="-2231194"/>
        <a:ext cx="1093289" cy="8782387"/>
      </dsp:txXfrm>
    </dsp:sp>
    <dsp:sp modelId="{EBD335B5-8308-49CB-9630-99D852747B1F}">
      <dsp:nvSpPr>
        <dsp:cNvPr id="5" name="圆角矩形 4"/>
        <dsp:cNvSpPr/>
      </dsp:nvSpPr>
      <dsp:spPr bwMode="white">
        <a:xfrm>
          <a:off x="0" y="1463226"/>
          <a:ext cx="1987818" cy="13935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/>
            <a:t>Agent</a:t>
          </a:r>
          <a:endParaRPr lang="en-US" altLang="zh-CN" sz="2400"/>
        </a:p>
      </dsp:txBody>
      <dsp:txXfrm>
        <a:off x="0" y="1463226"/>
        <a:ext cx="1987818" cy="1393548"/>
      </dsp:txXfrm>
    </dsp:sp>
    <dsp:sp modelId="{64028F0D-BE57-4642-92F7-303D4E45C524}">
      <dsp:nvSpPr>
        <dsp:cNvPr id="8" name="同侧圆角矩形 7"/>
        <dsp:cNvSpPr/>
      </dsp:nvSpPr>
      <dsp:spPr bwMode="white">
        <a:xfrm rot="5400000">
          <a:off x="5761830" y="-795205"/>
          <a:ext cx="1229377" cy="8846963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68580" tIns="34290" rIns="68580" bIns="34290" anchor="ctr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脱离</a:t>
          </a:r>
          <a:r>
            <a:rPr lang="en-US" altLang="zh-CN">
              <a:solidFill>
                <a:schemeClr val="dk1"/>
              </a:solidFill>
            </a:rPr>
            <a:t>Web</a:t>
          </a:r>
          <a:r>
            <a:rPr lang="en-US" altLang="zh-CN">
              <a:solidFill>
                <a:schemeClr val="dk1"/>
              </a:solidFill>
            </a:rPr>
            <a:t>V</a:t>
          </a:r>
          <a:r>
            <a:rPr lang="en-US" altLang="zh-CN">
              <a:solidFill>
                <a:schemeClr val="dk1"/>
              </a:solidFill>
            </a:rPr>
            <a:t>iew</a:t>
          </a:r>
          <a:r>
            <a:rPr lang="zh-CN" altLang="en-US">
              <a:solidFill>
                <a:schemeClr val="dk1"/>
              </a:solidFill>
            </a:rPr>
            <a:t>安全执行小程序提供的代码</a:t>
          </a:r>
          <a:r>
            <a:rPr lang="zh-CN" altLang="en-US">
              <a:solidFill>
                <a:schemeClr val="dk1"/>
              </a:solidFill>
            </a:rPr>
            <a:t>、</a:t>
          </a:r>
          <a:r>
            <a:rPr lang="zh-CN" altLang="en-US">
              <a:solidFill>
                <a:schemeClr val="dk1"/>
              </a:solidFill>
            </a:rPr>
            <a:t>渲染小程序提供的</a:t>
          </a:r>
          <a:r>
            <a:rPr lang="en-US" altLang="zh-CN">
              <a:solidFill>
                <a:schemeClr val="dk1"/>
              </a:solidFill>
            </a:rPr>
            <a:t> UI</a:t>
          </a:r>
          <a:r>
            <a:rPr lang="zh-CN" altLang="en-US">
              <a:solidFill>
                <a:schemeClr val="dk1"/>
              </a:solidFill>
            </a:rPr>
            <a:t>的能力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无头</a:t>
          </a:r>
          <a:r>
            <a:rPr lang="en-US" altLang="zh-CN">
              <a:solidFill>
                <a:schemeClr val="dk1"/>
              </a:solidFill>
            </a:rPr>
            <a:t>（</a:t>
          </a:r>
          <a:r>
            <a:rPr lang="zh-CN" altLang="en-US">
              <a:solidFill>
                <a:schemeClr val="dk1"/>
              </a:solidFill>
            </a:rPr>
            <a:t>可隐藏</a:t>
          </a:r>
          <a:r>
            <a:rPr lang="en-US" altLang="zh-CN">
              <a:solidFill>
                <a:schemeClr val="dk1"/>
              </a:solidFill>
            </a:rPr>
            <a:t>）</a:t>
          </a:r>
          <a:r>
            <a:rPr lang="zh-CN" altLang="en-US">
              <a:solidFill>
                <a:schemeClr val="dk1"/>
              </a:solidFill>
            </a:rPr>
            <a:t>独立</a:t>
          </a:r>
          <a:r>
            <a:rPr lang="en-US" altLang="zh-CN">
              <a:solidFill>
                <a:schemeClr val="dk1"/>
              </a:solidFill>
            </a:rPr>
            <a:t>WebView</a:t>
          </a:r>
          <a:r>
            <a:rPr lang="zh-CN" altLang="en-US">
              <a:solidFill>
                <a:schemeClr val="dk1"/>
              </a:solidFill>
            </a:rPr>
            <a:t>能力</a:t>
          </a:r>
          <a:r>
            <a:rPr lang="en-US" altLang="zh-CN">
              <a:solidFill>
                <a:schemeClr val="dk1"/>
              </a:solidFill>
            </a:rPr>
            <a:t>，</a:t>
          </a:r>
          <a:r>
            <a:rPr lang="zh-CN" altLang="en-US">
              <a:solidFill>
                <a:schemeClr val="dk1"/>
              </a:solidFill>
            </a:rPr>
            <a:t>支持</a:t>
          </a:r>
          <a:r>
            <a:rPr lang="en-US" altLang="zh-CN">
              <a:solidFill>
                <a:schemeClr val="dk1"/>
              </a:solidFill>
            </a:rPr>
            <a:t>GUI </a:t>
          </a:r>
          <a:r>
            <a:rPr lang="en-US" altLang="zh-CN">
              <a:solidFill>
                <a:schemeClr val="dk1"/>
              </a:solidFill>
            </a:rPr>
            <a:t>Agent</a:t>
          </a:r>
          <a:r>
            <a:rPr lang="zh-CN" altLang="en-US">
              <a:solidFill>
                <a:schemeClr val="dk1"/>
              </a:solidFill>
            </a:rPr>
            <a:t>后台</a:t>
          </a:r>
          <a:r>
            <a:rPr lang="zh-CN" altLang="en-US">
              <a:solidFill>
                <a:schemeClr val="dk1"/>
              </a:solidFill>
            </a:rPr>
            <a:t>操作</a:t>
          </a:r>
          <a:endParaRPr lang="zh-CN" altLang="en-US">
            <a:solidFill>
              <a:schemeClr val="dk1"/>
            </a:solidFill>
          </a:endParaRPr>
        </a:p>
      </dsp:txBody>
      <dsp:txXfrm rot="5400000">
        <a:off x="5761830" y="-795205"/>
        <a:ext cx="1229377" cy="8846963"/>
      </dsp:txXfrm>
    </dsp:sp>
    <dsp:sp modelId="{B093CE78-670B-40EB-95CF-315E334D550F}">
      <dsp:nvSpPr>
        <dsp:cNvPr id="7" name="圆角矩形 6"/>
        <dsp:cNvSpPr/>
      </dsp:nvSpPr>
      <dsp:spPr bwMode="white">
        <a:xfrm>
          <a:off x="0" y="2926452"/>
          <a:ext cx="1953037" cy="13935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/>
            <a:t>小程序</a:t>
          </a:r>
          <a:r>
            <a:rPr lang="zh-CN" altLang="en-US" sz="2400"/>
            <a:t>框架</a:t>
          </a:r>
          <a:endParaRPr lang="zh-CN" altLang="en-US" sz="2400"/>
        </a:p>
      </dsp:txBody>
      <dsp:txXfrm>
        <a:off x="0" y="2926452"/>
        <a:ext cx="1953037" cy="1393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xiaowei-swis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62000" y="2762250"/>
            <a:ext cx="19050" cy="1333500"/>
            <a:chOff x="762000" y="2762250"/>
            <a:chExt cx="19050" cy="1333500"/>
          </a:xfrm>
        </p:grpSpPr>
        <p:sp>
          <p:nvSpPr>
            <p:cNvPr id="2" name="Rectangle 2"/>
            <p:cNvSpPr/>
            <p:nvPr/>
          </p:nvSpPr>
          <p:spPr>
            <a:xfrm>
              <a:off x="762000" y="2762250"/>
              <a:ext cx="19050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29462" y="3135630"/>
            <a:ext cx="5292913" cy="920115"/>
            <a:chOff x="1029462" y="3135630"/>
            <a:chExt cx="5292913" cy="920115"/>
          </a:xfrm>
        </p:grpSpPr>
        <p:sp>
          <p:nvSpPr>
            <p:cNvPr id="4" name="TextBox 4"/>
            <p:cNvSpPr txBox="1"/>
            <p:nvPr/>
          </p:nvSpPr>
          <p:spPr>
            <a:xfrm>
              <a:off x="1029462" y="3135630"/>
              <a:ext cx="52929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小微 AI × 小程序接入</a:t>
              </a:r>
              <a:endParaRPr lang="en-US" sz="360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3762375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spc="6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技 术 汇 报</a:t>
              </a:r>
              <a:endParaRPr lang="en-US" sz="1500" spc="6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7" name="Line 7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475095"/>
              <a:ext cx="1231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2026.07 / 技术研究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648652"/>
            <a:ext cx="2096414" cy="866204"/>
            <a:chOff x="597408" y="648652"/>
            <a:chExt cx="2096414" cy="866204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864870"/>
              <a:ext cx="1760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用户怎么用</a:t>
              </a:r>
              <a:endParaRPr lang="en-US" sz="240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280160"/>
              <a:ext cx="2090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 步完成一次小微 AI 调用</a:t>
              </a:r>
              <a:endParaRPr lang="en-US" sz="12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1917382"/>
            <a:ext cx="1851279" cy="2879979"/>
            <a:chOff x="601218" y="1917382"/>
            <a:chExt cx="1851279" cy="2879979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283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65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rcRect l="4235" r="4235"/>
            <a:stretch>
              <a:fillRect/>
            </a:stretch>
          </p:blipFill>
          <p:spPr>
            <a:xfrm>
              <a:off x="704850" y="2286000"/>
              <a:ext cx="1714500" cy="1714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04850" y="2286000"/>
              <a:ext cx="1714500" cy="1714500"/>
            </a:xfrm>
            <a:prstGeom prst="rect">
              <a:avLst/>
            </a:prstGeom>
            <a:noFill/>
            <a:ln w="9525">
              <a:solidFill>
                <a:srgbClr val="E5E5E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4273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输入指令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4266" y="45920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用自然语言告诉小微要做什么</a:t>
              </a:r>
              <a:endParaRPr 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68168" y="1917382"/>
            <a:ext cx="1818132" cy="2879979"/>
            <a:chOff x="2868168" y="1917382"/>
            <a:chExt cx="1818132" cy="2879979"/>
          </a:xfrm>
        </p:grpSpPr>
        <p:sp>
          <p:nvSpPr>
            <p:cNvPr id="12" name="TextBox 12"/>
            <p:cNvSpPr txBox="1"/>
            <p:nvPr/>
          </p:nvSpPr>
          <p:spPr>
            <a:xfrm>
              <a:off x="2868168" y="1917382"/>
              <a:ext cx="283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65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t="10022" b="10022"/>
            <a:stretch>
              <a:fillRect/>
            </a:stretch>
          </p:blipFill>
          <p:spPr>
            <a:xfrm>
              <a:off x="2971800" y="2286000"/>
              <a:ext cx="1714500" cy="17145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2971800" y="2286000"/>
              <a:ext cx="1714500" cy="1714500"/>
            </a:xfrm>
            <a:prstGeom prst="rect">
              <a:avLst/>
            </a:prstGeom>
            <a:noFill/>
            <a:ln w="9525">
              <a:solidFill>
                <a:srgbClr val="E5E5E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69692" y="4273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关联小程序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71216" y="45920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小微匹配到目标小程序</a:t>
              </a:r>
              <a:endParaRPr 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35118" y="1917382"/>
            <a:ext cx="1872234" cy="2879979"/>
            <a:chOff x="5135118" y="1917382"/>
            <a:chExt cx="1872234" cy="2879979"/>
          </a:xfrm>
        </p:grpSpPr>
        <p:sp>
          <p:nvSpPr>
            <p:cNvPr id="18" name="TextBox 18"/>
            <p:cNvSpPr txBox="1"/>
            <p:nvPr/>
          </p:nvSpPr>
          <p:spPr>
            <a:xfrm>
              <a:off x="5135118" y="1917382"/>
              <a:ext cx="283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65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rcRect t="4579" b="4579"/>
            <a:stretch>
              <a:fillRect/>
            </a:stretch>
          </p:blipFill>
          <p:spPr>
            <a:xfrm>
              <a:off x="5238750" y="2286000"/>
              <a:ext cx="1714500" cy="171450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5238750" y="2286000"/>
              <a:ext cx="1714500" cy="1714500"/>
            </a:xfrm>
            <a:prstGeom prst="rect">
              <a:avLst/>
            </a:prstGeom>
            <a:noFill/>
            <a:ln w="9525">
              <a:solidFill>
                <a:srgbClr val="E5E5E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36642" y="4273868"/>
              <a:ext cx="187071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后台操作（GUI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Agent）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8166" y="4592002"/>
              <a:ext cx="152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AI 进入小程序开始执行</a:t>
              </a:r>
              <a:endParaRPr 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02068" y="1917382"/>
            <a:ext cx="1818132" cy="2879979"/>
            <a:chOff x="7402068" y="1917382"/>
            <a:chExt cx="1818132" cy="2879979"/>
          </a:xfrm>
        </p:grpSpPr>
        <p:sp>
          <p:nvSpPr>
            <p:cNvPr id="24" name="TextBox 24"/>
            <p:cNvSpPr txBox="1"/>
            <p:nvPr/>
          </p:nvSpPr>
          <p:spPr>
            <a:xfrm>
              <a:off x="7402068" y="1917382"/>
              <a:ext cx="283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65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4"/>
            <a:srcRect t="4579" b="4579"/>
            <a:stretch>
              <a:fillRect/>
            </a:stretch>
          </p:blipFill>
          <p:spPr>
            <a:xfrm>
              <a:off x="7505700" y="2286000"/>
              <a:ext cx="1714500" cy="1714500"/>
            </a:xfrm>
            <a:prstGeom prst="rect">
              <a:avLst/>
            </a:prstGeom>
          </p:spPr>
        </p:pic>
        <p:sp>
          <p:nvSpPr>
            <p:cNvPr id="26" name="Rectangle 26"/>
            <p:cNvSpPr/>
            <p:nvPr/>
          </p:nvSpPr>
          <p:spPr>
            <a:xfrm>
              <a:off x="7505700" y="2286000"/>
              <a:ext cx="1714500" cy="1714500"/>
            </a:xfrm>
            <a:prstGeom prst="rect">
              <a:avLst/>
            </a:prstGeom>
            <a:noFill/>
            <a:ln w="9525">
              <a:solidFill>
                <a:srgbClr val="E5E5E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03592" y="4273868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动作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05116" y="45920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浏览/搜索等后台自主完成</a:t>
              </a:r>
              <a:endParaRPr 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69018" y="1917382"/>
            <a:ext cx="1906778" cy="2835910"/>
            <a:chOff x="9669018" y="1917382"/>
            <a:chExt cx="1906778" cy="2835910"/>
          </a:xfrm>
        </p:grpSpPr>
        <p:sp>
          <p:nvSpPr>
            <p:cNvPr id="30" name="TextBox 30"/>
            <p:cNvSpPr txBox="1"/>
            <p:nvPr/>
          </p:nvSpPr>
          <p:spPr>
            <a:xfrm>
              <a:off x="9669018" y="1917382"/>
              <a:ext cx="283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en-US" sz="165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5"/>
            <a:srcRect t="21584" b="21584"/>
            <a:stretch>
              <a:fillRect/>
            </a:stretch>
          </p:blipFill>
          <p:spPr>
            <a:xfrm>
              <a:off x="9772650" y="2286000"/>
              <a:ext cx="1714500" cy="1714500"/>
            </a:xfrm>
            <a:prstGeom prst="rect">
              <a:avLst/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9772650" y="2286000"/>
              <a:ext cx="1714500" cy="17145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70542" y="4273868"/>
              <a:ext cx="103251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敏感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72066" y="4592002"/>
              <a:ext cx="19037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支付/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确认选品</a:t>
              </a:r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等动作需用户确认</a:t>
              </a:r>
              <a:endParaRPr 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36" name="Line 36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4838" y="6475095"/>
              <a:ext cx="918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用户可见的内容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648652"/>
            <a:ext cx="1411643" cy="866204"/>
            <a:chOff x="597408" y="648652"/>
            <a:chExt cx="1411643" cy="866204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864870"/>
              <a:ext cx="14116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实机演示</a:t>
              </a:r>
              <a:endParaRPr lang="en-US" sz="240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280160"/>
              <a:ext cx="1031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真实使用录屏</a:t>
              </a:r>
              <a:endParaRPr lang="en-US" sz="12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18" name="Line 18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838" y="6475095"/>
              <a:ext cx="918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用户可见的内容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2" name="6938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97535" y="1553845"/>
            <a:ext cx="2165350" cy="459232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197860" y="1522730"/>
            <a:ext cx="7913370" cy="3667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用户</a:t>
            </a:r>
            <a:r>
              <a:rPr lang="en-US" altLang="zh-CN"/>
              <a:t>：</a:t>
            </a:r>
            <a:r>
              <a:rPr lang="zh-CN" altLang="en-US"/>
              <a:t>输入意图</a:t>
            </a:r>
            <a:r>
              <a:rPr lang="en-US" altLang="zh-CN"/>
              <a:t>，</a:t>
            </a:r>
            <a:r>
              <a:rPr lang="zh-CN" altLang="en-US"/>
              <a:t>“</a:t>
            </a:r>
            <a:r>
              <a:rPr lang="zh-CN" altLang="en-US"/>
              <a:t>点奶茶”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小微</a:t>
            </a:r>
            <a:r>
              <a:rPr lang="en-US" altLang="zh-CN"/>
              <a:t>：</a:t>
            </a:r>
            <a:r>
              <a:rPr lang="zh-CN" altLang="en-US"/>
              <a:t>搜索</a:t>
            </a:r>
            <a:r>
              <a:rPr lang="en-US" altLang="zh-CN"/>
              <a:t>、</a:t>
            </a:r>
            <a:r>
              <a:rPr lang="zh-CN" altLang="en-US"/>
              <a:t>关联对应</a:t>
            </a:r>
            <a:r>
              <a:rPr lang="zh-CN" altLang="en-US"/>
              <a:t>小程序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小微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规划任务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小微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后台打开</a:t>
            </a:r>
            <a:r>
              <a:rPr lang="zh-CN" altLang="en-US">
                <a:sym typeface="+mn-ea"/>
              </a:rPr>
              <a:t>对应小程序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小微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开始后台</a:t>
            </a:r>
            <a:r>
              <a:rPr lang="en-US" altLang="zh-CN">
                <a:sym typeface="+mn-ea"/>
              </a:rPr>
              <a:t>GUI</a:t>
            </a:r>
            <a:r>
              <a:rPr lang="zh-CN" altLang="en-US">
                <a:sym typeface="+mn-ea"/>
              </a:rPr>
              <a:t>操作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用户不可见</a:t>
            </a:r>
            <a:r>
              <a:rPr lang="en-US" altLang="zh-CN">
                <a:sym typeface="+mn-ea"/>
              </a:rPr>
              <a:t>）</a:t>
            </a:r>
            <a:r>
              <a:rPr lang="zh-CN" altLang="en-US">
                <a:sym typeface="+mn-ea"/>
              </a:rPr>
              <a:t>，操作过程中</a:t>
            </a:r>
            <a:r>
              <a:rPr lang="zh-CN" altLang="en-US">
                <a:sym typeface="+mn-ea"/>
              </a:rPr>
              <a:t>和用户进行细节确认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小微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提示用户进行点单</a:t>
            </a:r>
            <a:r>
              <a:rPr lang="zh-CN" altLang="en-US">
                <a:sym typeface="+mn-ea"/>
              </a:rPr>
              <a:t>确认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用户：在弹出的小程序页面中进行</a:t>
            </a:r>
            <a:r>
              <a:rPr lang="zh-CN" altLang="en-US">
                <a:sym typeface="+mn-ea"/>
              </a:rPr>
              <a:t>确认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小微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继续操作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识别到支付敏感操作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提醒用户</a:t>
            </a:r>
            <a:r>
              <a:rPr lang="zh-CN" altLang="en-US">
                <a:sym typeface="+mn-ea"/>
              </a:rPr>
              <a:t>操作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用户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在弹出的页面中进行支付操作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完成真个</a:t>
            </a:r>
            <a:r>
              <a:rPr lang="zh-CN" altLang="en-US">
                <a:sym typeface="+mn-ea"/>
              </a:rPr>
              <a:t>流程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648652"/>
            <a:ext cx="3507677" cy="866204"/>
            <a:chOff x="597408" y="648652"/>
            <a:chExt cx="3507677" cy="866204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864870"/>
              <a:ext cx="35076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小程序如何呈现给用户</a:t>
              </a:r>
              <a:endParaRPr lang="en-US" sz="240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280160"/>
              <a:ext cx="1017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 种呈现形式</a:t>
              </a:r>
              <a:endParaRPr lang="en-US" sz="12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7535" y="1689735"/>
            <a:ext cx="4575222" cy="2160270"/>
            <a:chOff x="800100" y="2286000"/>
            <a:chExt cx="4917163" cy="1333667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rcRect l="31950" r="31949"/>
            <a:stretch>
              <a:fillRect/>
            </a:stretch>
          </p:blipFill>
          <p:spPr>
            <a:xfrm>
              <a:off x="800100" y="2286000"/>
              <a:ext cx="2409760" cy="1333667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3432393" y="2458402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32342" y="2632942"/>
              <a:ext cx="1287116" cy="1987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原子组件卡片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32393" y="2831526"/>
              <a:ext cx="2284870" cy="199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直接展示在</a:t>
              </a:r>
              <a:r>
                <a:rPr lang="en-US" altLang="zh-CN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聊天窗口的</a:t>
              </a:r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结构化数据</a:t>
              </a:r>
              <a:endParaRPr 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最小信息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卡片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29400" y="1689735"/>
            <a:ext cx="4923792" cy="2160000"/>
            <a:chOff x="6629400" y="2286000"/>
            <a:chExt cx="2929458" cy="13335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t="3187" b="3187"/>
            <a:stretch>
              <a:fillRect/>
            </a:stretch>
          </p:blipFill>
          <p:spPr>
            <a:xfrm>
              <a:off x="6629400" y="2286000"/>
              <a:ext cx="1333500" cy="13335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629400" y="2286000"/>
              <a:ext cx="1333500" cy="1333500"/>
            </a:xfrm>
            <a:prstGeom prst="rect">
              <a:avLst/>
            </a:prstGeom>
            <a:noFill/>
            <a:ln w="9525">
              <a:solidFill>
                <a:srgbClr val="E5E5E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12381" y="2427432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0095" y="2633084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半屏页面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0114" y="2831526"/>
              <a:ext cx="1348744" cy="199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原子组件的延伸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提供更加接近于小程序的用户交互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3987800"/>
            <a:ext cx="4304032" cy="2160000"/>
            <a:chOff x="800100" y="4686300"/>
            <a:chExt cx="2560726" cy="133350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9752" r="9753"/>
            <a:stretch>
              <a:fillRect/>
            </a:stretch>
          </p:blipFill>
          <p:spPr>
            <a:xfrm>
              <a:off x="800100" y="4686300"/>
              <a:ext cx="1333500" cy="1333500"/>
            </a:xfrm>
            <a:prstGeom prst="rect">
              <a:avLst/>
            </a:prstGeom>
          </p:spPr>
        </p:pic>
        <p:sp>
          <p:nvSpPr>
            <p:cNvPr id="21" name="Rectangle 21"/>
            <p:cNvSpPr/>
            <p:nvPr/>
          </p:nvSpPr>
          <p:spPr>
            <a:xfrm>
              <a:off x="800100" y="4686300"/>
              <a:ext cx="1333500" cy="1333500"/>
            </a:xfrm>
            <a:prstGeom prst="rect">
              <a:avLst/>
            </a:prstGeom>
            <a:noFill/>
            <a:ln w="9525">
              <a:solidFill>
                <a:srgbClr val="E5E5E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50096" y="4772849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0076" y="4965172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服务直达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0096" y="5202032"/>
              <a:ext cx="1110730" cy="99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一键进入小程序相关服务落地页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29400" y="3987800"/>
            <a:ext cx="4390446" cy="2192655"/>
            <a:chOff x="6629400" y="4686300"/>
            <a:chExt cx="2820305" cy="1353660"/>
          </a:xfrm>
        </p:grpSpPr>
        <p:sp>
          <p:nvSpPr>
            <p:cNvPr id="27" name="Rectangle 27"/>
            <p:cNvSpPr/>
            <p:nvPr/>
          </p:nvSpPr>
          <p:spPr>
            <a:xfrm>
              <a:off x="6629400" y="4686300"/>
              <a:ext cx="1584719" cy="13536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chemeClr val="accent3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6119" y="4757168"/>
              <a:ext cx="19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6280" y="4935770"/>
              <a:ext cx="597992" cy="142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GUI Agent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6119" y="5202032"/>
              <a:ext cx="1113586" cy="2991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后台启动不可见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的小程序容器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使用</a:t>
              </a:r>
              <a:r>
                <a:rPr lang="en-US" altLang="zh-CN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GUI Agent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模拟用户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操作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实现点击</a:t>
              </a:r>
              <a:r>
                <a:rPr lang="en-US" altLang="zh-CN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输入</a:t>
              </a:r>
              <a:r>
                <a:rPr lang="en-US" altLang="zh-CN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altLang="en-US" sz="1050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滑动</a:t>
              </a:r>
              <a:endParaRPr lang="zh-CN" altLang="en-US" sz="1050" dirty="0">
                <a:solidFill>
                  <a:srgbClr val="66666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38" name="Line 38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838" y="6475095"/>
              <a:ext cx="918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用户可见的内容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045585"/>
            <a:ext cx="2357755" cy="84137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235" y="4906010"/>
            <a:ext cx="2326640" cy="773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648652"/>
            <a:ext cx="1411643" cy="815658"/>
            <a:chOff x="597408" y="648652"/>
            <a:chExt cx="1411643" cy="815658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1866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864870"/>
              <a:ext cx="14116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技术架构</a:t>
              </a:r>
              <a:endParaRPr lang="en-US" sz="240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280160"/>
              <a:ext cx="9715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各端</a:t>
              </a:r>
              <a:r>
                <a:rPr lang="en-US" sz="12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协作模型</a:t>
              </a:r>
              <a:endParaRPr lang="en-US" sz="12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38" name="Line 38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838" y="6475095"/>
              <a:ext cx="11807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技术架构与技术细节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7585710" y="1854835"/>
            <a:ext cx="365887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客户端</a:t>
            </a:r>
            <a:r>
              <a:rPr lang="en-US" altLang="zh-CN"/>
              <a:t> Agent </a:t>
            </a:r>
            <a:r>
              <a:rPr lang="zh-CN" altLang="en-US"/>
              <a:t>编排</a:t>
            </a:r>
            <a:r>
              <a:rPr lang="en-US" altLang="zh-CN"/>
              <a:t> + </a:t>
            </a:r>
            <a:r>
              <a:rPr lang="zh-CN" altLang="en-US"/>
              <a:t>云端</a:t>
            </a:r>
            <a:r>
              <a:rPr lang="en-US" altLang="zh-CN"/>
              <a:t> LLM </a:t>
            </a:r>
            <a:r>
              <a:rPr lang="zh-CN" altLang="en-US"/>
              <a:t>推理双层架构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客户端内部</a:t>
            </a:r>
            <a:r>
              <a:rPr lang="en-US" altLang="zh-CN"/>
              <a:t> Agent </a:t>
            </a:r>
            <a:r>
              <a:rPr lang="zh-CN" altLang="en-US"/>
              <a:t>通过</a:t>
            </a:r>
            <a:r>
              <a:rPr lang="en-US" altLang="zh-CN"/>
              <a:t>"</a:t>
            </a:r>
            <a:r>
              <a:rPr lang="zh-CN" altLang="en-US"/>
              <a:t>小程序</a:t>
            </a:r>
            <a:r>
              <a:rPr lang="en-US" altLang="zh-CN"/>
              <a:t> MCP"</a:t>
            </a:r>
            <a:r>
              <a:rPr lang="zh-CN" altLang="en-US"/>
              <a:t>调用运行时的原子接口</a:t>
            </a:r>
            <a:r>
              <a:rPr lang="en-US" altLang="zh-CN"/>
              <a:t> / </a:t>
            </a:r>
            <a:r>
              <a:rPr lang="zh-CN" altLang="en-US"/>
              <a:t>原子组件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客户端运行时被切分为</a:t>
            </a:r>
            <a:r>
              <a:rPr lang="en-US" altLang="zh-CN"/>
              <a:t> 3 </a:t>
            </a:r>
            <a:r>
              <a:rPr lang="zh-CN" altLang="en-US"/>
              <a:t>个互不共享的</a:t>
            </a:r>
            <a:r>
              <a:rPr lang="en-US" altLang="zh-CN"/>
              <a:t> JS </a:t>
            </a:r>
            <a:r>
              <a:rPr lang="zh-CN" altLang="en-US"/>
              <a:t>上下文（原子接口</a:t>
            </a:r>
            <a:r>
              <a:rPr lang="en-US" altLang="zh-CN"/>
              <a:t> / </a:t>
            </a:r>
            <a:r>
              <a:rPr lang="zh-CN" altLang="en-US"/>
              <a:t>原子组件</a:t>
            </a:r>
            <a:r>
              <a:rPr lang="en-US" altLang="zh-CN"/>
              <a:t> / </a:t>
            </a:r>
            <a:r>
              <a:rPr lang="zh-CN" altLang="en-US"/>
              <a:t>实时动态组件）和精简的小程序</a:t>
            </a:r>
            <a:r>
              <a:rPr lang="zh-CN" altLang="en-US"/>
              <a:t>容器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64310"/>
            <a:ext cx="6948805" cy="4719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648652"/>
            <a:ext cx="1889760" cy="815658"/>
            <a:chOff x="597408" y="648652"/>
            <a:chExt cx="1889760" cy="815658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1866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864870"/>
              <a:ext cx="188976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开发者交付</a:t>
              </a:r>
              <a:r>
                <a:rPr lang="zh-CN" alt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件</a:t>
              </a:r>
              <a:endParaRPr lang="zh-CN" altLang="en-US" sz="240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280160"/>
              <a:ext cx="127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en-US" sz="12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38" name="Line 38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838" y="6475095"/>
              <a:ext cx="11807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技术架构与技术细节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812020" y="1496695"/>
            <a:ext cx="21621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交付物</a:t>
            </a:r>
            <a:r>
              <a:rPr lang="zh-CN" altLang="en-US"/>
              <a:t>生成方式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开发者</a:t>
            </a:r>
            <a:r>
              <a:rPr lang="zh-CN" altLang="en-US"/>
              <a:t>模式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自动模式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" y="1401445"/>
            <a:ext cx="8820785" cy="426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648652"/>
            <a:ext cx="1259840" cy="815658"/>
            <a:chOff x="597408" y="648652"/>
            <a:chExt cx="1259840" cy="815658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1866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864870"/>
              <a:ext cx="125984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难点</a:t>
              </a:r>
              <a:r>
                <a:rPr lang="zh-CN" altLang="en-US" sz="24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</a:t>
              </a:r>
              <a:endParaRPr lang="zh-CN" altLang="en-US" sz="240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280160"/>
              <a:ext cx="127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en-US" sz="12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286500"/>
            <a:ext cx="10982324" cy="364807"/>
            <a:chOff x="604838" y="6286500"/>
            <a:chExt cx="10982324" cy="364807"/>
          </a:xfrm>
        </p:grpSpPr>
        <p:sp>
          <p:nvSpPr>
            <p:cNvPr id="38" name="Line 38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5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838" y="6475095"/>
              <a:ext cx="11807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技术架构与技术细节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11179" y="64750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08</a:t>
              </a:r>
              <a:endParaRPr lang="en-US" sz="900" spc="75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aphicFrame>
        <p:nvGraphicFramePr>
          <p:cNvPr id="10" name="图示 9"/>
          <p:cNvGraphicFramePr/>
          <p:nvPr/>
        </p:nvGraphicFramePr>
        <p:xfrm>
          <a:off x="720000" y="1440000"/>
          <a:ext cx="10800000" cy="43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xiaowei-swiss-deck">
  <a:themeElements>
    <a:clrScheme name="xiaowei-swiss-deck">
      <a:dk1>
        <a:srgbClr val="333333"/>
      </a:dk1>
      <a:lt1>
        <a:srgbClr val="FFFFFF"/>
      </a:lt1>
      <a:dk2>
        <a:srgbClr val="1F497D"/>
      </a:dk2>
      <a:lt2>
        <a:srgbClr val="FFFFFF"/>
      </a:lt2>
      <a:accent1>
        <a:srgbClr val="111111"/>
      </a:accent1>
      <a:accent2>
        <a:srgbClr val="C8102E"/>
      </a:accent2>
      <a:accent3>
        <a:srgbClr val="999999"/>
      </a:accent3>
      <a:accent4>
        <a:srgbClr val="111111"/>
      </a:accent4>
      <a:accent5>
        <a:srgbClr val="F5F5F5"/>
      </a:accent5>
      <a:accent6>
        <a:srgbClr val="F79646"/>
      </a:accent6>
      <a:hlink>
        <a:srgbClr val="C8102E"/>
      </a:hlink>
      <a:folHlink>
        <a:srgbClr val="999999"/>
      </a:folHlink>
    </a:clrScheme>
    <a:fontScheme name="xiaowei-swiss-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iaowei-swis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WPS 演示</Application>
  <PresentationFormat>On-screen Show (16:9)</PresentationFormat>
  <Paragraphs>145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xiaowei-swiss-deck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cx</cp:lastModifiedBy>
  <cp:revision>5</cp:revision>
  <dcterms:created xsi:type="dcterms:W3CDTF">2026-08-03T11:17:29Z</dcterms:created>
  <dcterms:modified xsi:type="dcterms:W3CDTF">2026-08-03T11:17:29Z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1C631E4D3839DEEDD730706A3453DF65_42</vt:lpwstr>
  </property>
  <property fmtid="{D5CDD505-2E9C-101B-9397-08002B2CF9AE}" pid="3" name="KSOProductBuildVer">
    <vt:lpwstr>2052-7.5.1.8994</vt:lpwstr>
  </property>
</Properties>
</file>